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</p:sldIdLst>
  <p:sldSz cx="3600450" cy="36004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59"/>
    <p:restoredTop sz="94694"/>
  </p:normalViewPr>
  <p:slideViewPr>
    <p:cSldViewPr snapToGrid="0" snapToObjects="1">
      <p:cViewPr>
        <p:scale>
          <a:sx n="127" d="100"/>
          <a:sy n="127" d="100"/>
        </p:scale>
        <p:origin x="3384" y="12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0034" y="589241"/>
            <a:ext cx="3060383" cy="1253490"/>
          </a:xfrm>
        </p:spPr>
        <p:txBody>
          <a:bodyPr anchor="b"/>
          <a:lstStyle>
            <a:lvl1pPr algn="ctr">
              <a:defRPr sz="2363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0056" y="1891070"/>
            <a:ext cx="2700338" cy="869275"/>
          </a:xfrm>
        </p:spPr>
        <p:txBody>
          <a:bodyPr/>
          <a:lstStyle>
            <a:lvl1pPr marL="0" indent="0" algn="ctr">
              <a:buNone/>
              <a:defRPr sz="945"/>
            </a:lvl1pPr>
            <a:lvl2pPr marL="180045" indent="0" algn="ctr">
              <a:buNone/>
              <a:defRPr sz="788"/>
            </a:lvl2pPr>
            <a:lvl3pPr marL="360091" indent="0" algn="ctr">
              <a:buNone/>
              <a:defRPr sz="709"/>
            </a:lvl3pPr>
            <a:lvl4pPr marL="540136" indent="0" algn="ctr">
              <a:buNone/>
              <a:defRPr sz="630"/>
            </a:lvl4pPr>
            <a:lvl5pPr marL="720181" indent="0" algn="ctr">
              <a:buNone/>
              <a:defRPr sz="630"/>
            </a:lvl5pPr>
            <a:lvl6pPr marL="900227" indent="0" algn="ctr">
              <a:buNone/>
              <a:defRPr sz="630"/>
            </a:lvl6pPr>
            <a:lvl7pPr marL="1080272" indent="0" algn="ctr">
              <a:buNone/>
              <a:defRPr sz="630"/>
            </a:lvl7pPr>
            <a:lvl8pPr marL="1260318" indent="0" algn="ctr">
              <a:buNone/>
              <a:defRPr sz="630"/>
            </a:lvl8pPr>
            <a:lvl9pPr marL="1440363" indent="0" algn="ctr">
              <a:buNone/>
              <a:defRPr sz="63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A09F1C-FA1A-5B4D-A72E-9DB711FD4947}" type="datetimeFigureOut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8531EB-DEFF-5440-A448-7DE137F6AB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3432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A09F1C-FA1A-5B4D-A72E-9DB711FD4947}" type="datetimeFigureOut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8531EB-DEFF-5440-A448-7DE137F6AB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5386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5656" y="897613"/>
            <a:ext cx="3105388" cy="1497687"/>
          </a:xfrm>
        </p:spPr>
        <p:txBody>
          <a:bodyPr anchor="b"/>
          <a:lstStyle>
            <a:lvl1pPr>
              <a:defRPr sz="2363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5656" y="2409469"/>
            <a:ext cx="3105388" cy="787598"/>
          </a:xfrm>
        </p:spPr>
        <p:txBody>
          <a:bodyPr/>
          <a:lstStyle>
            <a:lvl1pPr marL="0" indent="0">
              <a:buNone/>
              <a:defRPr sz="945">
                <a:solidFill>
                  <a:schemeClr val="tx1"/>
                </a:solidFill>
              </a:defRPr>
            </a:lvl1pPr>
            <a:lvl2pPr marL="180045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2pPr>
            <a:lvl3pPr marL="360091" indent="0">
              <a:buNone/>
              <a:defRPr sz="709">
                <a:solidFill>
                  <a:schemeClr val="tx1">
                    <a:tint val="75000"/>
                  </a:schemeClr>
                </a:solidFill>
              </a:defRPr>
            </a:lvl3pPr>
            <a:lvl4pPr marL="540136" indent="0">
              <a:buNone/>
              <a:defRPr sz="630">
                <a:solidFill>
                  <a:schemeClr val="tx1">
                    <a:tint val="75000"/>
                  </a:schemeClr>
                </a:solidFill>
              </a:defRPr>
            </a:lvl4pPr>
            <a:lvl5pPr marL="720181" indent="0">
              <a:buNone/>
              <a:defRPr sz="630">
                <a:solidFill>
                  <a:schemeClr val="tx1">
                    <a:tint val="75000"/>
                  </a:schemeClr>
                </a:solidFill>
              </a:defRPr>
            </a:lvl5pPr>
            <a:lvl6pPr marL="900227" indent="0">
              <a:buNone/>
              <a:defRPr sz="630">
                <a:solidFill>
                  <a:schemeClr val="tx1">
                    <a:tint val="75000"/>
                  </a:schemeClr>
                </a:solidFill>
              </a:defRPr>
            </a:lvl6pPr>
            <a:lvl7pPr marL="1080272" indent="0">
              <a:buNone/>
              <a:defRPr sz="630">
                <a:solidFill>
                  <a:schemeClr val="tx1">
                    <a:tint val="75000"/>
                  </a:schemeClr>
                </a:solidFill>
              </a:defRPr>
            </a:lvl7pPr>
            <a:lvl8pPr marL="1260318" indent="0">
              <a:buNone/>
              <a:defRPr sz="630">
                <a:solidFill>
                  <a:schemeClr val="tx1">
                    <a:tint val="75000"/>
                  </a:schemeClr>
                </a:solidFill>
              </a:defRPr>
            </a:lvl8pPr>
            <a:lvl9pPr marL="1440363" indent="0">
              <a:buNone/>
              <a:defRPr sz="63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A09F1C-FA1A-5B4D-A72E-9DB711FD4947}" type="datetimeFigureOut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8531EB-DEFF-5440-A448-7DE137F6AB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6926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47531" y="958453"/>
            <a:ext cx="1530191" cy="228445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22728" y="958453"/>
            <a:ext cx="1530191" cy="228445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A09F1C-FA1A-5B4D-A72E-9DB711FD4947}" type="datetimeFigureOut">
              <a:rPr lang="en-US" smtClean="0"/>
              <a:t>9/18/25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8531EB-DEFF-5440-A448-7DE137F6AB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04117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191691"/>
            <a:ext cx="3105388" cy="695921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8000" y="882610"/>
            <a:ext cx="1523159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48000" y="1315164"/>
            <a:ext cx="1523159" cy="193440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822728" y="882610"/>
            <a:ext cx="1530660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822728" y="1315164"/>
            <a:ext cx="1530660" cy="193440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A09F1C-FA1A-5B4D-A72E-9DB711FD4947}" type="datetimeFigureOut">
              <a:rPr lang="en-US" smtClean="0"/>
              <a:t>9/18/25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8531EB-DEFF-5440-A448-7DE137F6AB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45588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A09F1C-FA1A-5B4D-A72E-9DB711FD4947}" type="datetimeFigureOut">
              <a:rPr lang="en-US" smtClean="0"/>
              <a:t>9/18/25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8531EB-DEFF-5440-A448-7DE137F6AB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9608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A09F1C-FA1A-5B4D-A72E-9DB711FD4947}" type="datetimeFigureOut">
              <a:rPr lang="en-US" smtClean="0"/>
              <a:t>9/18/25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8531EB-DEFF-5440-A448-7DE137F6AB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32104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30660" y="518399"/>
            <a:ext cx="1822728" cy="2558653"/>
          </a:xfrm>
        </p:spPr>
        <p:txBody>
          <a:bodyPr/>
          <a:lstStyle>
            <a:lvl1pPr>
              <a:defRPr sz="1260"/>
            </a:lvl1pPr>
            <a:lvl2pPr>
              <a:defRPr sz="1103"/>
            </a:lvl2pPr>
            <a:lvl3pPr>
              <a:defRPr sz="945"/>
            </a:lvl3pPr>
            <a:lvl4pPr>
              <a:defRPr sz="788"/>
            </a:lvl4pPr>
            <a:lvl5pPr>
              <a:defRPr sz="788"/>
            </a:lvl5pPr>
            <a:lvl6pPr>
              <a:defRPr sz="788"/>
            </a:lvl6pPr>
            <a:lvl7pPr>
              <a:defRPr sz="788"/>
            </a:lvl7pPr>
            <a:lvl8pPr>
              <a:defRPr sz="788"/>
            </a:lvl8pPr>
            <a:lvl9pPr>
              <a:defRPr sz="788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A09F1C-FA1A-5B4D-A72E-9DB711FD4947}" type="datetimeFigureOut">
              <a:rPr lang="en-US" smtClean="0"/>
              <a:t>9/18/25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8531EB-DEFF-5440-A448-7DE137F6AB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82970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30660" y="518399"/>
            <a:ext cx="1822728" cy="2558653"/>
          </a:xfrm>
        </p:spPr>
        <p:txBody>
          <a:bodyPr anchor="t"/>
          <a:lstStyle>
            <a:lvl1pPr marL="0" indent="0">
              <a:buNone/>
              <a:defRPr sz="1260"/>
            </a:lvl1pPr>
            <a:lvl2pPr marL="180045" indent="0">
              <a:buNone/>
              <a:defRPr sz="1103"/>
            </a:lvl2pPr>
            <a:lvl3pPr marL="360091" indent="0">
              <a:buNone/>
              <a:defRPr sz="945"/>
            </a:lvl3pPr>
            <a:lvl4pPr marL="540136" indent="0">
              <a:buNone/>
              <a:defRPr sz="788"/>
            </a:lvl4pPr>
            <a:lvl5pPr marL="720181" indent="0">
              <a:buNone/>
              <a:defRPr sz="788"/>
            </a:lvl5pPr>
            <a:lvl6pPr marL="900227" indent="0">
              <a:buNone/>
              <a:defRPr sz="788"/>
            </a:lvl6pPr>
            <a:lvl7pPr marL="1080272" indent="0">
              <a:buNone/>
              <a:defRPr sz="788"/>
            </a:lvl7pPr>
            <a:lvl8pPr marL="1260318" indent="0">
              <a:buNone/>
              <a:defRPr sz="788"/>
            </a:lvl8pPr>
            <a:lvl9pPr marL="1440363" indent="0">
              <a:buNone/>
              <a:defRPr sz="788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A09F1C-FA1A-5B4D-A72E-9DB711FD4947}" type="datetimeFigureOut">
              <a:rPr lang="en-US" smtClean="0"/>
              <a:t>9/18/25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8531EB-DEFF-5440-A448-7DE137F6AB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47797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A09F1C-FA1A-5B4D-A72E-9DB711FD4947}" type="datetimeFigureOut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8531EB-DEFF-5440-A448-7DE137F6AB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5454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576572" y="191691"/>
            <a:ext cx="776347" cy="3051215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47531" y="191691"/>
            <a:ext cx="2284035" cy="305121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A09F1C-FA1A-5B4D-A72E-9DB711FD4947}" type="datetimeFigureOut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8531EB-DEFF-5440-A448-7DE137F6AB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08551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47531" y="191691"/>
            <a:ext cx="3105388" cy="695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531" y="958453"/>
            <a:ext cx="3105388" cy="22844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47531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7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A09F1C-FA1A-5B4D-A72E-9DB711FD4947}" type="datetimeFigureOut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92649" y="3337084"/>
            <a:ext cx="1215152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7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542818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7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38531EB-DEFF-5440-A448-7DE137F6AB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61379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360091" rtl="0" eaLnBrk="1" latinLnBrk="0" hangingPunct="1">
        <a:lnSpc>
          <a:spcPct val="90000"/>
        </a:lnSpc>
        <a:spcBef>
          <a:spcPct val="0"/>
        </a:spcBef>
        <a:buNone/>
        <a:defRPr sz="17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0023" indent="-90023" algn="l" defTabSz="360091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103" kern="1200">
          <a:solidFill>
            <a:schemeClr val="tx1"/>
          </a:solidFill>
          <a:latin typeface="+mn-lt"/>
          <a:ea typeface="+mn-ea"/>
          <a:cs typeface="+mn-cs"/>
        </a:defRPr>
      </a:lvl1pPr>
      <a:lvl2pPr marL="270068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2pPr>
      <a:lvl3pPr marL="450113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88" kern="1200">
          <a:solidFill>
            <a:schemeClr val="tx1"/>
          </a:solidFill>
          <a:latin typeface="+mn-lt"/>
          <a:ea typeface="+mn-ea"/>
          <a:cs typeface="+mn-cs"/>
        </a:defRPr>
      </a:lvl3pPr>
      <a:lvl4pPr marL="63015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810204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9024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170295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350340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530386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1pPr>
      <a:lvl2pPr marL="180045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2pPr>
      <a:lvl3pPr marL="36009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3pPr>
      <a:lvl4pPr marL="540136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72018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00227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080272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260318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440363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383E4EB-F80B-CC42-9730-C14124362B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325" y="657225"/>
            <a:ext cx="3225800" cy="22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65014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329</TotalTime>
  <Words>0</Words>
  <Application>Microsoft Macintosh PowerPoint</Application>
  <PresentationFormat>Custom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Zifeng Weng</dc:creator>
  <cp:lastModifiedBy>Zifeng Weng</cp:lastModifiedBy>
  <cp:revision>12</cp:revision>
  <dcterms:created xsi:type="dcterms:W3CDTF">2024-02-02T11:16:45Z</dcterms:created>
  <dcterms:modified xsi:type="dcterms:W3CDTF">2025-09-18T08:37:05Z</dcterms:modified>
</cp:coreProperties>
</file>