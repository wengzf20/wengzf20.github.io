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 snapToGrid="0" snapToObjects="1">
      <p:cViewPr>
        <p:scale>
          <a:sx n="168" d="100"/>
          <a:sy n="168" d="100"/>
        </p:scale>
        <p:origin x="292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4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9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1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5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0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1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9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4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5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9F1C-FA1A-5B4D-A72E-9DB711FD4947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531EB-DEFF-5440-A448-7DE137F6A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3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2C24C-47D1-1D4A-875E-E811CF25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22" y="494760"/>
            <a:ext cx="3612294" cy="259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0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Zifeng Weng</dc:creator>
  <cp:lastModifiedBy>Zifeng Weng</cp:lastModifiedBy>
  <cp:revision>11</cp:revision>
  <dcterms:created xsi:type="dcterms:W3CDTF">2024-02-02T11:16:45Z</dcterms:created>
  <dcterms:modified xsi:type="dcterms:W3CDTF">2025-03-19T04:32:57Z</dcterms:modified>
</cp:coreProperties>
</file>